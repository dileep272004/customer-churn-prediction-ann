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60" r:id="rId3"/>
    <p:sldId id="261" r:id="rId4"/>
    <p:sldId id="276" r:id="rId5"/>
    <p:sldId id="277" r:id="rId6"/>
    <p:sldId id="278" r:id="rId7"/>
    <p:sldId id="286" r:id="rId8"/>
    <p:sldId id="279" r:id="rId9"/>
    <p:sldId id="280" r:id="rId10"/>
    <p:sldId id="281" r:id="rId11"/>
    <p:sldId id="283" r:id="rId12"/>
    <p:sldId id="267" r:id="rId13"/>
    <p:sldId id="266" r:id="rId14"/>
    <p:sldId id="287" r:id="rId15"/>
    <p:sldId id="285" r:id="rId16"/>
    <p:sldId id="259" r:id="rId17"/>
  </p:sldIdLst>
  <p:sldSz cx="12192000" cy="6858000"/>
  <p:notesSz cx="6858000" cy="9144000"/>
  <p:embeddedFontLst>
    <p:embeddedFont>
      <p:font typeface="Lato Black" panose="020F0502020204030203" pitchFamily="34" charset="0"/>
      <p:bold r:id="rId19"/>
      <p:boldItalic r:id="rId20"/>
    </p:embeddedFont>
    <p:embeddedFont>
      <p:font typeface="Libre Baskerville" panose="02000000000000000000" pitchFamily="2" charset="0"/>
      <p:regular r:id="rId21"/>
      <p:bold r:id="rId22"/>
      <p: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56E3CC-EE6F-44AF-951C-E7B028223232}" v="70" dt="2026-08-26T09:13:41.2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>
      <p:cViewPr>
        <p:scale>
          <a:sx n="75" d="100"/>
          <a:sy n="75" d="100"/>
        </p:scale>
        <p:origin x="811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manapalli Dileep" userId="291e4c9fe1e5d42c" providerId="LiveId" clId="{C45AB2C1-54F0-4B33-8834-C48442FEBA8D}"/>
    <pc:docChg chg="undo custSel addSld delSld modSld sldOrd">
      <pc:chgData name="Somanapalli Dileep" userId="291e4c9fe1e5d42c" providerId="LiveId" clId="{C45AB2C1-54F0-4B33-8834-C48442FEBA8D}" dt="2026-08-26T09:14:05.747" v="2585" actId="12"/>
      <pc:docMkLst>
        <pc:docMk/>
      </pc:docMkLst>
      <pc:sldChg chg="modSp mod">
        <pc:chgData name="Somanapalli Dileep" userId="291e4c9fe1e5d42c" providerId="LiveId" clId="{C45AB2C1-54F0-4B33-8834-C48442FEBA8D}" dt="2026-08-26T07:06:40.792" v="42" actId="113"/>
        <pc:sldMkLst>
          <pc:docMk/>
          <pc:sldMk cId="0" sldId="256"/>
        </pc:sldMkLst>
        <pc:spChg chg="mod">
          <ac:chgData name="Somanapalli Dileep" userId="291e4c9fe1e5d42c" providerId="LiveId" clId="{C45AB2C1-54F0-4B33-8834-C48442FEBA8D}" dt="2026-08-26T07:06:40.792" v="42" actId="113"/>
          <ac:spMkLst>
            <pc:docMk/>
            <pc:sldMk cId="0" sldId="256"/>
            <ac:spMk id="99" creationId="{00000000-0000-0000-0000-000000000000}"/>
          </ac:spMkLst>
        </pc:spChg>
      </pc:sldChg>
      <pc:sldChg chg="del">
        <pc:chgData name="Somanapalli Dileep" userId="291e4c9fe1e5d42c" providerId="LiveId" clId="{C45AB2C1-54F0-4B33-8834-C48442FEBA8D}" dt="2026-08-26T08:06:30.170" v="1524" actId="2696"/>
        <pc:sldMkLst>
          <pc:docMk/>
          <pc:sldMk cId="0" sldId="258"/>
        </pc:sldMkLst>
      </pc:sldChg>
      <pc:sldChg chg="modSp mod">
        <pc:chgData name="Somanapalli Dileep" userId="291e4c9fe1e5d42c" providerId="LiveId" clId="{C45AB2C1-54F0-4B33-8834-C48442FEBA8D}" dt="2026-08-26T07:21:44.565" v="293" actId="1076"/>
        <pc:sldMkLst>
          <pc:docMk/>
          <pc:sldMk cId="0" sldId="260"/>
        </pc:sldMkLst>
        <pc:spChg chg="mod">
          <ac:chgData name="Somanapalli Dileep" userId="291e4c9fe1e5d42c" providerId="LiveId" clId="{C45AB2C1-54F0-4B33-8834-C48442FEBA8D}" dt="2026-08-26T07:17:18.629" v="211" actId="255"/>
          <ac:spMkLst>
            <pc:docMk/>
            <pc:sldMk cId="0" sldId="260"/>
            <ac:spMk id="104" creationId="{00000000-0000-0000-0000-000000000000}"/>
          </ac:spMkLst>
        </pc:spChg>
        <pc:spChg chg="mod">
          <ac:chgData name="Somanapalli Dileep" userId="291e4c9fe1e5d42c" providerId="LiveId" clId="{C45AB2C1-54F0-4B33-8834-C48442FEBA8D}" dt="2026-08-26T07:21:44.565" v="293" actId="1076"/>
          <ac:spMkLst>
            <pc:docMk/>
            <pc:sldMk cId="0" sldId="260"/>
            <ac:spMk id="105" creationId="{00000000-0000-0000-0000-000000000000}"/>
          </ac:spMkLst>
        </pc:spChg>
      </pc:sldChg>
      <pc:sldChg chg="modSp mod ord">
        <pc:chgData name="Somanapalli Dileep" userId="291e4c9fe1e5d42c" providerId="LiveId" clId="{C45AB2C1-54F0-4B33-8834-C48442FEBA8D}" dt="2026-08-26T07:22:05.083" v="297" actId="113"/>
        <pc:sldMkLst>
          <pc:docMk/>
          <pc:sldMk cId="78402539" sldId="261"/>
        </pc:sldMkLst>
        <pc:spChg chg="mod">
          <ac:chgData name="Somanapalli Dileep" userId="291e4c9fe1e5d42c" providerId="LiveId" clId="{C45AB2C1-54F0-4B33-8834-C48442FEBA8D}" dt="2026-08-26T07:22:05.083" v="297" actId="113"/>
          <ac:spMkLst>
            <pc:docMk/>
            <pc:sldMk cId="78402539" sldId="261"/>
            <ac:spMk id="111" creationId="{BF3FFE20-705A-48C7-4743-1822673D772A}"/>
          </ac:spMkLst>
        </pc:spChg>
      </pc:sldChg>
      <pc:sldChg chg="del">
        <pc:chgData name="Somanapalli Dileep" userId="291e4c9fe1e5d42c" providerId="LiveId" clId="{C45AB2C1-54F0-4B33-8834-C48442FEBA8D}" dt="2026-08-26T08:06:12.847" v="1523" actId="2696"/>
        <pc:sldMkLst>
          <pc:docMk/>
          <pc:sldMk cId="1273135724" sldId="263"/>
        </pc:sldMkLst>
      </pc:sldChg>
      <pc:sldChg chg="modSp mod">
        <pc:chgData name="Somanapalli Dileep" userId="291e4c9fe1e5d42c" providerId="LiveId" clId="{C45AB2C1-54F0-4B33-8834-C48442FEBA8D}" dt="2026-08-26T09:08:18.227" v="2544" actId="123"/>
        <pc:sldMkLst>
          <pc:docMk/>
          <pc:sldMk cId="1669830927" sldId="266"/>
        </pc:sldMkLst>
        <pc:spChg chg="mod">
          <ac:chgData name="Somanapalli Dileep" userId="291e4c9fe1e5d42c" providerId="LiveId" clId="{C45AB2C1-54F0-4B33-8834-C48442FEBA8D}" dt="2026-08-26T09:08:18.227" v="2544" actId="123"/>
          <ac:spMkLst>
            <pc:docMk/>
            <pc:sldMk cId="1669830927" sldId="266"/>
            <ac:spMk id="3" creationId="{837F538F-C384-087B-A575-6A2E181D4994}"/>
          </ac:spMkLst>
        </pc:spChg>
        <pc:spChg chg="mod">
          <ac:chgData name="Somanapalli Dileep" userId="291e4c9fe1e5d42c" providerId="LiveId" clId="{C45AB2C1-54F0-4B33-8834-C48442FEBA8D}" dt="2026-08-26T09:06:57.473" v="2533" actId="207"/>
          <ac:spMkLst>
            <pc:docMk/>
            <pc:sldMk cId="1669830927" sldId="266"/>
            <ac:spMk id="5" creationId="{F0BBB15B-4638-6D56-0CFF-B5BB6562D6C4}"/>
          </ac:spMkLst>
        </pc:spChg>
      </pc:sldChg>
      <pc:sldChg chg="modSp mod">
        <pc:chgData name="Somanapalli Dileep" userId="291e4c9fe1e5d42c" providerId="LiveId" clId="{C45AB2C1-54F0-4B33-8834-C48442FEBA8D}" dt="2026-08-26T09:12:03.863" v="2563" actId="5793"/>
        <pc:sldMkLst>
          <pc:docMk/>
          <pc:sldMk cId="1215683156" sldId="267"/>
        </pc:sldMkLst>
        <pc:spChg chg="mod">
          <ac:chgData name="Somanapalli Dileep" userId="291e4c9fe1e5d42c" providerId="LiveId" clId="{C45AB2C1-54F0-4B33-8834-C48442FEBA8D}" dt="2026-08-26T09:12:03.863" v="2563" actId="5793"/>
          <ac:spMkLst>
            <pc:docMk/>
            <pc:sldMk cId="1215683156" sldId="267"/>
            <ac:spMk id="4" creationId="{D4CD8E4E-55F7-25DA-13E2-AB254BF0D6A7}"/>
          </ac:spMkLst>
        </pc:spChg>
        <pc:spChg chg="mod">
          <ac:chgData name="Somanapalli Dileep" userId="291e4c9fe1e5d42c" providerId="LiveId" clId="{C45AB2C1-54F0-4B33-8834-C48442FEBA8D}" dt="2026-08-26T09:11:09.264" v="2554" actId="113"/>
          <ac:spMkLst>
            <pc:docMk/>
            <pc:sldMk cId="1215683156" sldId="267"/>
            <ac:spMk id="6" creationId="{95F66F96-971F-D0E6-6533-80DEA542AEE2}"/>
          </ac:spMkLst>
        </pc:spChg>
      </pc:sldChg>
      <pc:sldChg chg="del">
        <pc:chgData name="Somanapalli Dileep" userId="291e4c9fe1e5d42c" providerId="LiveId" clId="{C45AB2C1-54F0-4B33-8834-C48442FEBA8D}" dt="2026-08-26T08:34:14.525" v="2378" actId="2696"/>
        <pc:sldMkLst>
          <pc:docMk/>
          <pc:sldMk cId="3469674865" sldId="268"/>
        </pc:sldMkLst>
      </pc:sldChg>
      <pc:sldChg chg="del">
        <pc:chgData name="Somanapalli Dileep" userId="291e4c9fe1e5d42c" providerId="LiveId" clId="{C45AB2C1-54F0-4B33-8834-C48442FEBA8D}" dt="2026-08-26T08:06:37.614" v="1525" actId="2696"/>
        <pc:sldMkLst>
          <pc:docMk/>
          <pc:sldMk cId="1227668132" sldId="269"/>
        </pc:sldMkLst>
      </pc:sldChg>
      <pc:sldChg chg="del">
        <pc:chgData name="Somanapalli Dileep" userId="291e4c9fe1e5d42c" providerId="LiveId" clId="{C45AB2C1-54F0-4B33-8834-C48442FEBA8D}" dt="2026-08-26T08:33:32.207" v="2371" actId="2696"/>
        <pc:sldMkLst>
          <pc:docMk/>
          <pc:sldMk cId="2215142592" sldId="270"/>
        </pc:sldMkLst>
      </pc:sldChg>
      <pc:sldChg chg="del">
        <pc:chgData name="Somanapalli Dileep" userId="291e4c9fe1e5d42c" providerId="LiveId" clId="{C45AB2C1-54F0-4B33-8834-C48442FEBA8D}" dt="2026-08-26T08:33:50.337" v="2374" actId="2696"/>
        <pc:sldMkLst>
          <pc:docMk/>
          <pc:sldMk cId="3819053907" sldId="271"/>
        </pc:sldMkLst>
      </pc:sldChg>
      <pc:sldChg chg="modSp del mod">
        <pc:chgData name="Somanapalli Dileep" userId="291e4c9fe1e5d42c" providerId="LiveId" clId="{C45AB2C1-54F0-4B33-8834-C48442FEBA8D}" dt="2026-08-26T08:33:44.923" v="2373" actId="2696"/>
        <pc:sldMkLst>
          <pc:docMk/>
          <pc:sldMk cId="3223463029" sldId="272"/>
        </pc:sldMkLst>
        <pc:spChg chg="mod">
          <ac:chgData name="Somanapalli Dileep" userId="291e4c9fe1e5d42c" providerId="LiveId" clId="{C45AB2C1-54F0-4B33-8834-C48442FEBA8D}" dt="2026-08-26T08:33:40.572" v="2372" actId="6549"/>
          <ac:spMkLst>
            <pc:docMk/>
            <pc:sldMk cId="3223463029" sldId="272"/>
            <ac:spMk id="4" creationId="{062A8A81-17C5-0230-B14B-91EB088430E9}"/>
          </ac:spMkLst>
        </pc:spChg>
      </pc:sldChg>
      <pc:sldChg chg="del">
        <pc:chgData name="Somanapalli Dileep" userId="291e4c9fe1e5d42c" providerId="LiveId" clId="{C45AB2C1-54F0-4B33-8834-C48442FEBA8D}" dt="2026-08-26T08:34:03.652" v="2376" actId="2696"/>
        <pc:sldMkLst>
          <pc:docMk/>
          <pc:sldMk cId="1083871114" sldId="273"/>
        </pc:sldMkLst>
      </pc:sldChg>
      <pc:sldChg chg="del">
        <pc:chgData name="Somanapalli Dileep" userId="291e4c9fe1e5d42c" providerId="LiveId" clId="{C45AB2C1-54F0-4B33-8834-C48442FEBA8D}" dt="2026-08-26T08:33:59.217" v="2375" actId="2696"/>
        <pc:sldMkLst>
          <pc:docMk/>
          <pc:sldMk cId="718651350" sldId="274"/>
        </pc:sldMkLst>
      </pc:sldChg>
      <pc:sldChg chg="del">
        <pc:chgData name="Somanapalli Dileep" userId="291e4c9fe1e5d42c" providerId="LiveId" clId="{C45AB2C1-54F0-4B33-8834-C48442FEBA8D}" dt="2026-08-26T08:34:08.058" v="2377" actId="2696"/>
        <pc:sldMkLst>
          <pc:docMk/>
          <pc:sldMk cId="3538632079" sldId="275"/>
        </pc:sldMkLst>
      </pc:sldChg>
      <pc:sldChg chg="modSp add mod">
        <pc:chgData name="Somanapalli Dileep" userId="291e4c9fe1e5d42c" providerId="LiveId" clId="{C45AB2C1-54F0-4B33-8834-C48442FEBA8D}" dt="2026-08-26T07:22:21.071" v="299" actId="255"/>
        <pc:sldMkLst>
          <pc:docMk/>
          <pc:sldMk cId="1240178186" sldId="276"/>
        </pc:sldMkLst>
        <pc:spChg chg="mod">
          <ac:chgData name="Somanapalli Dileep" userId="291e4c9fe1e5d42c" providerId="LiveId" clId="{C45AB2C1-54F0-4B33-8834-C48442FEBA8D}" dt="2026-08-26T07:22:21.071" v="299" actId="255"/>
          <ac:spMkLst>
            <pc:docMk/>
            <pc:sldMk cId="1240178186" sldId="276"/>
            <ac:spMk id="111" creationId="{6AE2CF2C-A2A0-917D-6C30-0474F2546479}"/>
          </ac:spMkLst>
        </pc:spChg>
      </pc:sldChg>
      <pc:sldChg chg="addSp modSp add mod">
        <pc:chgData name="Somanapalli Dileep" userId="291e4c9fe1e5d42c" providerId="LiveId" clId="{C45AB2C1-54F0-4B33-8834-C48442FEBA8D}" dt="2026-08-26T07:42:00.649" v="512" actId="255"/>
        <pc:sldMkLst>
          <pc:docMk/>
          <pc:sldMk cId="2009185363" sldId="277"/>
        </pc:sldMkLst>
        <pc:spChg chg="add mod">
          <ac:chgData name="Somanapalli Dileep" userId="291e4c9fe1e5d42c" providerId="LiveId" clId="{C45AB2C1-54F0-4B33-8834-C48442FEBA8D}" dt="2026-08-26T07:39:03.990" v="492" actId="255"/>
          <ac:spMkLst>
            <pc:docMk/>
            <pc:sldMk cId="2009185363" sldId="277"/>
            <ac:spMk id="5" creationId="{BBAA2F1A-067B-53E7-6531-329BAFB1377C}"/>
          </ac:spMkLst>
        </pc:spChg>
        <pc:spChg chg="mod">
          <ac:chgData name="Somanapalli Dileep" userId="291e4c9fe1e5d42c" providerId="LiveId" clId="{C45AB2C1-54F0-4B33-8834-C48442FEBA8D}" dt="2026-08-26T07:42:00.649" v="512" actId="255"/>
          <ac:spMkLst>
            <pc:docMk/>
            <pc:sldMk cId="2009185363" sldId="277"/>
            <ac:spMk id="111" creationId="{D70DE6D3-29E2-C850-0438-C3E75C4F2DEE}"/>
          </ac:spMkLst>
        </pc:spChg>
        <pc:picChg chg="add mod">
          <ac:chgData name="Somanapalli Dileep" userId="291e4c9fe1e5d42c" providerId="LiveId" clId="{C45AB2C1-54F0-4B33-8834-C48442FEBA8D}" dt="2026-08-26T07:38:02.928" v="422" actId="1076"/>
          <ac:picMkLst>
            <pc:docMk/>
            <pc:sldMk cId="2009185363" sldId="277"/>
            <ac:picMk id="3" creationId="{65BBEFD4-EAA2-0610-4C86-BF1EA45CF0F9}"/>
          </ac:picMkLst>
        </pc:picChg>
      </pc:sldChg>
      <pc:sldChg chg="addSp delSp modSp add mod ord">
        <pc:chgData name="Somanapalli Dileep" userId="291e4c9fe1e5d42c" providerId="LiveId" clId="{C45AB2C1-54F0-4B33-8834-C48442FEBA8D}" dt="2026-08-26T07:57:53.474" v="1255" actId="113"/>
        <pc:sldMkLst>
          <pc:docMk/>
          <pc:sldMk cId="1363454814" sldId="278"/>
        </pc:sldMkLst>
        <pc:spChg chg="add mod">
          <ac:chgData name="Somanapalli Dileep" userId="291e4c9fe1e5d42c" providerId="LiveId" clId="{C45AB2C1-54F0-4B33-8834-C48442FEBA8D}" dt="2026-08-26T07:57:53.474" v="1255" actId="113"/>
          <ac:spMkLst>
            <pc:docMk/>
            <pc:sldMk cId="1363454814" sldId="278"/>
            <ac:spMk id="4" creationId="{2418E1B9-DA38-6FC9-E9C6-059BD0C98277}"/>
          </ac:spMkLst>
        </pc:spChg>
        <pc:spChg chg="mod">
          <ac:chgData name="Somanapalli Dileep" userId="291e4c9fe1e5d42c" providerId="LiveId" clId="{C45AB2C1-54F0-4B33-8834-C48442FEBA8D}" dt="2026-08-26T07:47:32.600" v="594" actId="14100"/>
          <ac:spMkLst>
            <pc:docMk/>
            <pc:sldMk cId="1363454814" sldId="278"/>
            <ac:spMk id="111" creationId="{38A4563E-25AC-D167-81C0-8CE0DA7F39E3}"/>
          </ac:spMkLst>
        </pc:spChg>
        <pc:graphicFrameChg chg="add del modGraphic">
          <ac:chgData name="Somanapalli Dileep" userId="291e4c9fe1e5d42c" providerId="LiveId" clId="{C45AB2C1-54F0-4B33-8834-C48442FEBA8D}" dt="2026-08-26T07:45:26.276" v="593" actId="1032"/>
          <ac:graphicFrameMkLst>
            <pc:docMk/>
            <pc:sldMk cId="1363454814" sldId="278"/>
            <ac:graphicFrameMk id="2" creationId="{F3AE8E3C-94DC-F8AB-28A9-857DCE6735FF}"/>
          </ac:graphicFrameMkLst>
        </pc:graphicFrameChg>
      </pc:sldChg>
      <pc:sldChg chg="modSp add mod">
        <pc:chgData name="Somanapalli Dileep" userId="291e4c9fe1e5d42c" providerId="LiveId" clId="{C45AB2C1-54F0-4B33-8834-C48442FEBA8D}" dt="2026-08-26T08:04:50.312" v="1522" actId="20577"/>
        <pc:sldMkLst>
          <pc:docMk/>
          <pc:sldMk cId="3178200901" sldId="279"/>
        </pc:sldMkLst>
        <pc:spChg chg="mod">
          <ac:chgData name="Somanapalli Dileep" userId="291e4c9fe1e5d42c" providerId="LiveId" clId="{C45AB2C1-54F0-4B33-8834-C48442FEBA8D}" dt="2026-08-26T08:04:50.312" v="1522" actId="20577"/>
          <ac:spMkLst>
            <pc:docMk/>
            <pc:sldMk cId="3178200901" sldId="279"/>
            <ac:spMk id="4" creationId="{F8FF7028-BCAD-2E71-6215-8EABA1180365}"/>
          </ac:spMkLst>
        </pc:spChg>
        <pc:spChg chg="mod">
          <ac:chgData name="Somanapalli Dileep" userId="291e4c9fe1e5d42c" providerId="LiveId" clId="{C45AB2C1-54F0-4B33-8834-C48442FEBA8D}" dt="2026-08-26T08:04:09.307" v="1491" actId="255"/>
          <ac:spMkLst>
            <pc:docMk/>
            <pc:sldMk cId="3178200901" sldId="279"/>
            <ac:spMk id="111" creationId="{31A8E785-8033-E9DC-C49A-C6C3DBFFD9F7}"/>
          </ac:spMkLst>
        </pc:spChg>
      </pc:sldChg>
      <pc:sldChg chg="addSp delSp modSp add mod">
        <pc:chgData name="Somanapalli Dileep" userId="291e4c9fe1e5d42c" providerId="LiveId" clId="{C45AB2C1-54F0-4B33-8834-C48442FEBA8D}" dt="2026-08-26T08:18:24.536" v="1797" actId="14100"/>
        <pc:sldMkLst>
          <pc:docMk/>
          <pc:sldMk cId="334562153" sldId="280"/>
        </pc:sldMkLst>
        <pc:spChg chg="mod">
          <ac:chgData name="Somanapalli Dileep" userId="291e4c9fe1e5d42c" providerId="LiveId" clId="{C45AB2C1-54F0-4B33-8834-C48442FEBA8D}" dt="2026-08-26T08:10:35.319" v="1566" actId="6549"/>
          <ac:spMkLst>
            <pc:docMk/>
            <pc:sldMk cId="334562153" sldId="280"/>
            <ac:spMk id="4" creationId="{2821F0CC-E979-F2D6-2DAB-642500CEB87E}"/>
          </ac:spMkLst>
        </pc:spChg>
        <pc:spChg chg="add del mod">
          <ac:chgData name="Somanapalli Dileep" userId="291e4c9fe1e5d42c" providerId="LiveId" clId="{C45AB2C1-54F0-4B33-8834-C48442FEBA8D}" dt="2026-08-26T08:17:02.651" v="1780"/>
          <ac:spMkLst>
            <pc:docMk/>
            <pc:sldMk cId="334562153" sldId="280"/>
            <ac:spMk id="5" creationId="{B8C3E293-93F3-ED5C-C05F-833B5D3A6036}"/>
          </ac:spMkLst>
        </pc:spChg>
        <pc:spChg chg="add del mod">
          <ac:chgData name="Somanapalli Dileep" userId="291e4c9fe1e5d42c" providerId="LiveId" clId="{C45AB2C1-54F0-4B33-8834-C48442FEBA8D}" dt="2026-08-26T08:17:02.651" v="1778"/>
          <ac:spMkLst>
            <pc:docMk/>
            <pc:sldMk cId="334562153" sldId="280"/>
            <ac:spMk id="6" creationId="{3FE21093-B79C-3363-24B1-F852F6491143}"/>
          </ac:spMkLst>
        </pc:spChg>
        <pc:spChg chg="add mod">
          <ac:chgData name="Somanapalli Dileep" userId="291e4c9fe1e5d42c" providerId="LiveId" clId="{C45AB2C1-54F0-4B33-8834-C48442FEBA8D}" dt="2026-08-26T08:18:12.785" v="1796" actId="14100"/>
          <ac:spMkLst>
            <pc:docMk/>
            <pc:sldMk cId="334562153" sldId="280"/>
            <ac:spMk id="10" creationId="{AA0B3ABF-E1DA-0FED-3C21-286C696AE5DE}"/>
          </ac:spMkLst>
        </pc:spChg>
        <pc:spChg chg="mod">
          <ac:chgData name="Somanapalli Dileep" userId="291e4c9fe1e5d42c" providerId="LiveId" clId="{C45AB2C1-54F0-4B33-8834-C48442FEBA8D}" dt="2026-08-26T08:18:24.536" v="1797" actId="14100"/>
          <ac:spMkLst>
            <pc:docMk/>
            <pc:sldMk cId="334562153" sldId="280"/>
            <ac:spMk id="111" creationId="{B321A873-6FAF-D690-FCE5-8EDCE064662E}"/>
          </ac:spMkLst>
        </pc:spChg>
        <pc:graphicFrameChg chg="add mod modGraphic">
          <ac:chgData name="Somanapalli Dileep" userId="291e4c9fe1e5d42c" providerId="LiveId" clId="{C45AB2C1-54F0-4B33-8834-C48442FEBA8D}" dt="2026-08-26T08:11:58.962" v="1580" actId="14100"/>
          <ac:graphicFrameMkLst>
            <pc:docMk/>
            <pc:sldMk cId="334562153" sldId="280"/>
            <ac:graphicFrameMk id="2" creationId="{9981C85D-9A3E-80C2-C5D5-40B628E8B21D}"/>
          </ac:graphicFrameMkLst>
        </pc:graphicFrameChg>
        <pc:picChg chg="add del">
          <ac:chgData name="Somanapalli Dileep" userId="291e4c9fe1e5d42c" providerId="LiveId" clId="{C45AB2C1-54F0-4B33-8834-C48442FEBA8D}" dt="2026-08-26T08:17:06.591" v="1782" actId="22"/>
          <ac:picMkLst>
            <pc:docMk/>
            <pc:sldMk cId="334562153" sldId="280"/>
            <ac:picMk id="8" creationId="{699F976C-D20E-CBB3-8580-E560F8869A5F}"/>
          </ac:picMkLst>
        </pc:picChg>
      </pc:sldChg>
      <pc:sldChg chg="addSp delSp modSp add mod">
        <pc:chgData name="Somanapalli Dileep" userId="291e4c9fe1e5d42c" providerId="LiveId" clId="{C45AB2C1-54F0-4B33-8834-C48442FEBA8D}" dt="2026-08-26T08:26:14.939" v="1999" actId="20577"/>
        <pc:sldMkLst>
          <pc:docMk/>
          <pc:sldMk cId="2462722062" sldId="281"/>
        </pc:sldMkLst>
        <pc:spChg chg="add del">
          <ac:chgData name="Somanapalli Dileep" userId="291e4c9fe1e5d42c" providerId="LiveId" clId="{C45AB2C1-54F0-4B33-8834-C48442FEBA8D}" dt="2026-08-26T08:21:41.190" v="1803" actId="22"/>
          <ac:spMkLst>
            <pc:docMk/>
            <pc:sldMk cId="2462722062" sldId="281"/>
            <ac:spMk id="5" creationId="{377BD50D-8CC5-232C-1BF6-27C5E83626E7}"/>
          </ac:spMkLst>
        </pc:spChg>
        <pc:spChg chg="add del mod">
          <ac:chgData name="Somanapalli Dileep" userId="291e4c9fe1e5d42c" providerId="LiveId" clId="{C45AB2C1-54F0-4B33-8834-C48442FEBA8D}" dt="2026-08-26T08:25:14.520" v="1989"/>
          <ac:spMkLst>
            <pc:docMk/>
            <pc:sldMk cId="2462722062" sldId="281"/>
            <ac:spMk id="8" creationId="{C8967007-2A1F-2C6A-1B39-1487CB0DBB99}"/>
          </ac:spMkLst>
        </pc:spChg>
        <pc:spChg chg="mod">
          <ac:chgData name="Somanapalli Dileep" userId="291e4c9fe1e5d42c" providerId="LiveId" clId="{C45AB2C1-54F0-4B33-8834-C48442FEBA8D}" dt="2026-08-26T08:21:31.713" v="1800" actId="6549"/>
          <ac:spMkLst>
            <pc:docMk/>
            <pc:sldMk cId="2462722062" sldId="281"/>
            <ac:spMk id="10" creationId="{43783EA8-16F3-29DD-81D1-289F5EEC88FC}"/>
          </ac:spMkLst>
        </pc:spChg>
        <pc:spChg chg="mod">
          <ac:chgData name="Somanapalli Dileep" userId="291e4c9fe1e5d42c" providerId="LiveId" clId="{C45AB2C1-54F0-4B33-8834-C48442FEBA8D}" dt="2026-08-26T08:26:14.939" v="1999" actId="20577"/>
          <ac:spMkLst>
            <pc:docMk/>
            <pc:sldMk cId="2462722062" sldId="281"/>
            <ac:spMk id="111" creationId="{5358DBF2-D419-B774-B647-DDF23C9C05AD}"/>
          </ac:spMkLst>
        </pc:spChg>
        <pc:graphicFrameChg chg="del">
          <ac:chgData name="Somanapalli Dileep" userId="291e4c9fe1e5d42c" providerId="LiveId" clId="{C45AB2C1-54F0-4B33-8834-C48442FEBA8D}" dt="2026-08-26T08:21:35.402" v="1801" actId="478"/>
          <ac:graphicFrameMkLst>
            <pc:docMk/>
            <pc:sldMk cId="2462722062" sldId="281"/>
            <ac:graphicFrameMk id="2" creationId="{495B9884-357C-C0EC-F693-20D7490E0DE8}"/>
          </ac:graphicFrameMkLst>
        </pc:graphicFrameChg>
        <pc:graphicFrameChg chg="add del mod modGraphic">
          <ac:chgData name="Somanapalli Dileep" userId="291e4c9fe1e5d42c" providerId="LiveId" clId="{C45AB2C1-54F0-4B33-8834-C48442FEBA8D}" dt="2026-08-26T08:25:32.964" v="1992" actId="478"/>
          <ac:graphicFrameMkLst>
            <pc:docMk/>
            <pc:sldMk cId="2462722062" sldId="281"/>
            <ac:graphicFrameMk id="6" creationId="{77AE4C01-4B89-D1DF-182D-BEC90530CE0C}"/>
          </ac:graphicFrameMkLst>
        </pc:graphicFrameChg>
      </pc:sldChg>
      <pc:sldChg chg="addSp delSp modSp add mod ord">
        <pc:chgData name="Somanapalli Dileep" userId="291e4c9fe1e5d42c" providerId="LiveId" clId="{C45AB2C1-54F0-4B33-8834-C48442FEBA8D}" dt="2026-08-26T08:27:38.787" v="2135"/>
        <pc:sldMkLst>
          <pc:docMk/>
          <pc:sldMk cId="2496257681" sldId="282"/>
        </pc:sldMkLst>
        <pc:spChg chg="add del mod">
          <ac:chgData name="Somanapalli Dileep" userId="291e4c9fe1e5d42c" providerId="LiveId" clId="{C45AB2C1-54F0-4B33-8834-C48442FEBA8D}" dt="2026-08-26T08:27:38.787" v="2135"/>
          <ac:spMkLst>
            <pc:docMk/>
            <pc:sldMk cId="2496257681" sldId="282"/>
            <ac:spMk id="3" creationId="{1E9451B0-4550-CE4E-D0C7-EC11F506C18A}"/>
          </ac:spMkLst>
        </pc:spChg>
        <pc:spChg chg="mod">
          <ac:chgData name="Somanapalli Dileep" userId="291e4c9fe1e5d42c" providerId="LiveId" clId="{C45AB2C1-54F0-4B33-8834-C48442FEBA8D}" dt="2026-08-26T08:26:39.523" v="2003" actId="6549"/>
          <ac:spMkLst>
            <pc:docMk/>
            <pc:sldMk cId="2496257681" sldId="282"/>
            <ac:spMk id="111" creationId="{280F7E2B-878C-5F83-606C-66AB5C794117}"/>
          </ac:spMkLst>
        </pc:spChg>
        <pc:graphicFrameChg chg="add mod modGraphic">
          <ac:chgData name="Somanapalli Dileep" userId="291e4c9fe1e5d42c" providerId="LiveId" clId="{C45AB2C1-54F0-4B33-8834-C48442FEBA8D}" dt="2026-08-26T08:27:36.152" v="2133" actId="14100"/>
          <ac:graphicFrameMkLst>
            <pc:docMk/>
            <pc:sldMk cId="2496257681" sldId="282"/>
            <ac:graphicFrameMk id="2" creationId="{37ECB3C8-FFB0-61FE-33FE-77B910A9E417}"/>
          </ac:graphicFrameMkLst>
        </pc:graphicFrameChg>
      </pc:sldChg>
      <pc:sldChg chg="modSp add mod">
        <pc:chgData name="Somanapalli Dileep" userId="291e4c9fe1e5d42c" providerId="LiveId" clId="{C45AB2C1-54F0-4B33-8834-C48442FEBA8D}" dt="2026-08-26T08:32:25.982" v="2370" actId="113"/>
        <pc:sldMkLst>
          <pc:docMk/>
          <pc:sldMk cId="849144452" sldId="283"/>
        </pc:sldMkLst>
        <pc:spChg chg="mod">
          <ac:chgData name="Somanapalli Dileep" userId="291e4c9fe1e5d42c" providerId="LiveId" clId="{C45AB2C1-54F0-4B33-8834-C48442FEBA8D}" dt="2026-08-26T08:32:25.982" v="2370" actId="113"/>
          <ac:spMkLst>
            <pc:docMk/>
            <pc:sldMk cId="849144452" sldId="283"/>
            <ac:spMk id="10" creationId="{E7DD5B76-3F77-0A05-3B55-D191493CD6EF}"/>
          </ac:spMkLst>
        </pc:spChg>
        <pc:spChg chg="mod">
          <ac:chgData name="Somanapalli Dileep" userId="291e4c9fe1e5d42c" providerId="LiveId" clId="{C45AB2C1-54F0-4B33-8834-C48442FEBA8D}" dt="2026-08-26T08:31:05.237" v="2186" actId="2711"/>
          <ac:spMkLst>
            <pc:docMk/>
            <pc:sldMk cId="849144452" sldId="283"/>
            <ac:spMk id="111" creationId="{7C656317-47E2-C074-7AF6-83952303515F}"/>
          </ac:spMkLst>
        </pc:spChg>
      </pc:sldChg>
      <pc:sldChg chg="addSp modSp add mod ord">
        <pc:chgData name="Somanapalli Dileep" userId="291e4c9fe1e5d42c" providerId="LiveId" clId="{C45AB2C1-54F0-4B33-8834-C48442FEBA8D}" dt="2026-08-26T09:01:36.356" v="2521" actId="14734"/>
        <pc:sldMkLst>
          <pc:docMk/>
          <pc:sldMk cId="672828189" sldId="284"/>
        </pc:sldMkLst>
        <pc:spChg chg="mod">
          <ac:chgData name="Somanapalli Dileep" userId="291e4c9fe1e5d42c" providerId="LiveId" clId="{C45AB2C1-54F0-4B33-8834-C48442FEBA8D}" dt="2026-08-26T09:01:21.435" v="2517" actId="255"/>
          <ac:spMkLst>
            <pc:docMk/>
            <pc:sldMk cId="672828189" sldId="284"/>
            <ac:spMk id="10" creationId="{C5901C4E-E67D-5A17-B7F7-005FD298B81A}"/>
          </ac:spMkLst>
        </pc:spChg>
        <pc:spChg chg="mod">
          <ac:chgData name="Somanapalli Dileep" userId="291e4c9fe1e5d42c" providerId="LiveId" clId="{C45AB2C1-54F0-4B33-8834-C48442FEBA8D}" dt="2026-08-26T08:57:44.170" v="2453" actId="20577"/>
          <ac:spMkLst>
            <pc:docMk/>
            <pc:sldMk cId="672828189" sldId="284"/>
            <ac:spMk id="111" creationId="{75FD7EA8-FD22-0AE0-087C-3CFB919D195D}"/>
          </ac:spMkLst>
        </pc:spChg>
        <pc:graphicFrameChg chg="add mod modGraphic">
          <ac:chgData name="Somanapalli Dileep" userId="291e4c9fe1e5d42c" providerId="LiveId" clId="{C45AB2C1-54F0-4B33-8834-C48442FEBA8D}" dt="2026-08-26T09:01:36.356" v="2521" actId="14734"/>
          <ac:graphicFrameMkLst>
            <pc:docMk/>
            <pc:sldMk cId="672828189" sldId="284"/>
            <ac:graphicFrameMk id="2" creationId="{0C6CDFB6-6023-63C4-5F0B-2AE208A502DC}"/>
          </ac:graphicFrameMkLst>
        </pc:graphicFrameChg>
      </pc:sldChg>
      <pc:sldChg chg="addSp delSp modSp add mod">
        <pc:chgData name="Somanapalli Dileep" userId="291e4c9fe1e5d42c" providerId="LiveId" clId="{C45AB2C1-54F0-4B33-8834-C48442FEBA8D}" dt="2026-08-26T09:14:05.747" v="2585" actId="12"/>
        <pc:sldMkLst>
          <pc:docMk/>
          <pc:sldMk cId="3281894877" sldId="285"/>
        </pc:sldMkLst>
        <pc:spChg chg="add del mod">
          <ac:chgData name="Somanapalli Dileep" userId="291e4c9fe1e5d42c" providerId="LiveId" clId="{C45AB2C1-54F0-4B33-8834-C48442FEBA8D}" dt="2026-08-26T09:14:05.747" v="2585" actId="12"/>
          <ac:spMkLst>
            <pc:docMk/>
            <pc:sldMk cId="3281894877" sldId="285"/>
            <ac:spMk id="3" creationId="{6870A7EA-AA92-AF2F-26D6-F83EB930B39E}"/>
          </ac:spMkLst>
        </pc:spChg>
        <pc:spChg chg="add del">
          <ac:chgData name="Somanapalli Dileep" userId="291e4c9fe1e5d42c" providerId="LiveId" clId="{C45AB2C1-54F0-4B33-8834-C48442FEBA8D}" dt="2026-08-26T09:12:41.230" v="2567" actId="22"/>
          <ac:spMkLst>
            <pc:docMk/>
            <pc:sldMk cId="3281894877" sldId="285"/>
            <ac:spMk id="4" creationId="{E7069952-CE3D-F4AD-DA94-48EF48073282}"/>
          </ac:spMkLst>
        </pc:spChg>
        <pc:spChg chg="add del mod">
          <ac:chgData name="Somanapalli Dileep" userId="291e4c9fe1e5d42c" providerId="LiveId" clId="{C45AB2C1-54F0-4B33-8834-C48442FEBA8D}" dt="2026-08-26T09:12:56.723" v="2573" actId="207"/>
          <ac:spMkLst>
            <pc:docMk/>
            <pc:sldMk cId="3281894877" sldId="285"/>
            <ac:spMk id="5" creationId="{847521C6-94AB-62D1-21ED-4210DF593A0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5544A894-E494-54D8-53F7-81D907CDB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4A7A97B4-6B81-D54A-AB63-71C990A18B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70264163-17F8-1154-E2C4-2590A51E67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956240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B9D54458-8F70-287B-0C4A-66C2848E9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350D4490-5B54-69F4-7C35-EA2319E54C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1302082F-B427-C969-188E-E81A5DD87B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851344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3C4D0E40-CA7E-0370-F717-AF4039682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5CD5246C-44C5-4983-0617-ECF7CF37A6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81CB641B-1971-20E6-C50A-A57F5D57D2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205110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F2DA9DCA-4823-72F0-A5B9-88CEDB630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A47D16CD-6CD9-D2A4-72E5-76835827ED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C1BA67C9-6FAD-5B53-1EE6-D38DC2E1E1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708594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323F544B-75AA-ACCB-A621-D25E8AC19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41A7A20E-7237-3A0F-501B-2FB51648A8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B201E34F-BA20-B503-B847-F25DF7EFA2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980700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A9FE2CBF-A315-B996-DDA5-3CFCC960D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80AAB52F-F54C-90C2-6ADD-F5D8FEE832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CB93BADE-4E8B-7B5C-A07F-29BF461079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568403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001327B4-318D-123D-BD60-DA6335B97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0C2E1087-284A-C2CF-C362-323B6C2CC3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EA94F4BC-FE14-7041-A194-AB38386319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484538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A21C686D-0256-392B-A5A7-ED1A3B115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CA09FBEF-190E-CA2B-8486-DCB05EDD2E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4887BF27-548F-36F8-0EC6-0A5DD25896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561591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6A104EB0-817F-6F38-6CAA-26054FB10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35399B65-FB16-27AB-7178-3D2654A120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ECF3707B-2803-BD10-D959-65E8C52741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419451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2E06AF35-E4E8-EBED-F71D-419D2D47A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6AD517E8-C61B-AA80-7088-053AF1E3DA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A527EF7C-0814-0E5B-D890-B90B9848A4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284313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60BB6EE6-147A-A3D8-0725-34C71EBD7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BCC46122-E8D0-7957-0112-E102E3358F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19F1C8E1-A4AB-FA24-3F64-D0E67E42B3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233086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4402A8EA-88C3-F01A-6350-B2D430596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D042318A-1417-96AD-9B61-485C4A3A09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B5DF397F-928B-A34D-CA78-3EC4712437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665287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4E944442-CE56-90A3-061D-7C3D253C5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700A342B-4CA2-4D30-C63D-817E57379E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A9AB4154-2313-3F37-2B18-F5CB6884FB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150248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29496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4" y="3668825"/>
            <a:ext cx="7246189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1800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CHURN PREDICTION USING ARTIFICIAL NEURAL NETWORKS </a:t>
            </a:r>
          </a:p>
          <a:p>
            <a:pPr>
              <a:buSzPts val="1800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: Dileep Somanapalli</a:t>
            </a:r>
          </a:p>
          <a:p>
            <a:pPr>
              <a:buSzPts val="1800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Batch No: 471</a:t>
            </a:r>
          </a:p>
          <a:p>
            <a:pPr>
              <a:buSzPts val="1800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Domain : ANN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32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737812" y="1299172"/>
            <a:ext cx="10908756" cy="5816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IN" sz="22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Background </a:t>
            </a:r>
            <a:r>
              <a:rPr lang="en-IN" sz="22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: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22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My name is Dileep </a:t>
            </a:r>
            <a:r>
              <a:rPr lang="en-IN" sz="2200" dirty="0" err="1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Somanapalli.I</a:t>
            </a:r>
            <a:r>
              <a:rPr lang="en-IN" sz="22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have completed my BTech in TKR College of Engineering and Technology with specialization in Data Science.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endParaRPr sz="22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IN" sz="22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Why you want to learn Data Science: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22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Because I have strong  interest in Data-driven Decision making and passion to extract insights from real world  data. I want to build my career in Analytics and data science where data can be used to solve business problems effectively.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endParaRPr sz="22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IN" sz="22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work experience:</a:t>
            </a:r>
          </a:p>
          <a:p>
            <a:pPr marL="285750" lvl="0" indent="-28575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Intern –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Cognifyz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Technologies</a:t>
            </a:r>
          </a:p>
          <a:p>
            <a:pPr marL="285750" lvl="0" indent="-28575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Hands-on experience in EDA, data preprocessing, and visualization</a:t>
            </a:r>
          </a:p>
          <a:p>
            <a:pPr lvl="0">
              <a:buClr>
                <a:schemeClr val="dk1"/>
              </a:buClr>
              <a:buSzPts val="1800"/>
            </a:pPr>
            <a:r>
              <a:rPr lang="en-IN" sz="22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		</a:t>
            </a:r>
            <a:endParaRPr sz="22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IN" sz="22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Profiles:</a:t>
            </a:r>
          </a:p>
          <a:p>
            <a:pPr marL="285750" lvl="0" indent="-285750"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-IN" sz="22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LinkedIn: https://www.linkedin.com/in/dileep-somanapalli</a:t>
            </a:r>
          </a:p>
          <a:p>
            <a:pPr marL="285750" lvl="0" indent="-285750"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-IN" sz="22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Git Hub: https://github.com/dileep272004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endParaRPr lang="en-IN" sz="1800" b="1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545432" y="615948"/>
            <a:ext cx="6099463" cy="683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endParaRPr lang="en-IN" sz="2400" b="1" i="0" u="none" strike="noStrike" cap="none" dirty="0">
              <a:solidFill>
                <a:srgbClr val="FF0000"/>
              </a:solidFill>
              <a:latin typeface="Times New Roman" panose="02020603050405020304" pitchFamily="18" charset="0"/>
              <a:ea typeface="Lato Black"/>
              <a:cs typeface="Times New Roman" panose="02020603050405020304" pitchFamily="18" charset="0"/>
              <a:sym typeface="Lato Black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2400" b="1" i="0" u="none" strike="noStrike" cap="none" dirty="0">
                <a:solidFill>
                  <a:srgbClr val="FF0000"/>
                </a:solidFill>
                <a:latin typeface="Times New Roman" panose="02020603050405020304" pitchFamily="18" charset="0"/>
                <a:ea typeface="Lato Black"/>
                <a:cs typeface="Times New Roman" panose="02020603050405020304" pitchFamily="18" charset="0"/>
                <a:sym typeface="Lato Black"/>
              </a:rPr>
              <a:t>About Me</a:t>
            </a: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33CD98AF-E73B-2BE8-34AE-D88F03252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BF3FFE20-705A-48C7-4743-1822673D77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88371" y="764850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5400" lvl="0" indent="0">
              <a:buSzPts val="2400"/>
              <a:buNone/>
            </a:pP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368300">
              <a:buSzPts val="24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churn is a major challenge for telecom companies, as losing customers can affect revenue and long-term business growth. The objective is to identify customers who are likely to leave the service by analyzing their demographic, service, and account-related information.</a:t>
            </a:r>
          </a:p>
          <a:p>
            <a:pPr marL="25400" lvl="0" indent="0">
              <a:buSzPts val="2400"/>
              <a:buNone/>
            </a:pP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Project</a:t>
            </a:r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customer data and identify patterns related to churn. </a:t>
            </a:r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preprocess the data and handle categorical variables and class imbalance. </a:t>
            </a:r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Vanilla ANN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customer churn prediction. </a:t>
            </a:r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optimize the ANN architecture using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Tuner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and tune traditional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comparison. </a:t>
            </a:r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compare ANN and ML models using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Accuracy, Precision, Recall, F1-Score, and ROC-AUC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the most suitable model and provide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recommendations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54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402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6D431DAC-988E-64EA-4203-CC31D161A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6AE2CF2C-A2A0-917D-6C30-0474F25464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88371" y="344129"/>
            <a:ext cx="10515600" cy="6194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5400" lvl="0" indent="0">
              <a:buSzPts val="2400"/>
              <a:buNone/>
            </a:pPr>
            <a:r>
              <a:rPr lang="en-IN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&amp; Problem Understanding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Telco Customer Churn</a:t>
            </a:r>
          </a:p>
          <a:p>
            <a:pPr lvl="0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customer information from a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telecommunications company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row represents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customer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contains information about customer demographics, subscribed services, and account details. </a:t>
            </a:r>
          </a:p>
          <a:p>
            <a:pPr lvl="0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Variable: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Churn </a:t>
            </a:r>
          </a:p>
          <a:p>
            <a:pPr lvl="0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→ Customer stays with the company. </a:t>
            </a:r>
          </a:p>
          <a:p>
            <a:pPr lvl="0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Yes → Customer leaves the company.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Type:</a:t>
            </a:r>
          </a:p>
          <a:p>
            <a:pPr lvl="0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Learning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Classification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Predict whether a customer will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Churn (1)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Churn (0)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68300">
              <a:buSzPts val="2400"/>
            </a:pP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0178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020F832E-33F5-C189-863D-932DAB8F3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D70DE6D3-29E2-C850-0438-C3E75C4F2D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88371" y="-1"/>
            <a:ext cx="10515600" cy="6538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5400" lvl="0" indent="0">
              <a:buSzPts val="2400"/>
              <a:buNone/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</a:t>
            </a:r>
          </a:p>
          <a:p>
            <a:pPr marL="11430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Overview:</a:t>
            </a:r>
          </a:p>
          <a:p>
            <a:pPr lvl="0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7,043 rows and 21 columns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 input features + 1 target variable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variable: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Churn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row represents one telecom customer. </a:t>
            </a:r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contains demographic, service, and account-related information. </a:t>
            </a:r>
          </a:p>
          <a:p>
            <a:pPr marL="11430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Quality:</a:t>
            </a:r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for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 and duplicate records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TotalCharges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required conversion from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object/string to numeric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conversion, missing values were handled during preprocessing. </a:t>
            </a:r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Categorical and numerical features were identified separately. </a:t>
            </a:r>
          </a:p>
          <a:p>
            <a:pPr marL="11430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Distribution:</a:t>
            </a:r>
          </a:p>
          <a:p>
            <a:pPr lvl="0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Churn: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approximately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73.5%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Churn: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approximately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26.5%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indicates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imbalance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target variable.</a:t>
            </a:r>
          </a:p>
          <a:p>
            <a:pPr marL="114300" lv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400" lvl="0" indent="0">
              <a:buSzPts val="2400"/>
              <a:buNone/>
            </a:pP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AA2F1A-067B-53E7-6531-329BAFB1377C}"/>
              </a:ext>
            </a:extLst>
          </p:cNvPr>
          <p:cNvSpPr txBox="1"/>
          <p:nvPr/>
        </p:nvSpPr>
        <p:spPr>
          <a:xfrm>
            <a:off x="5358585" y="761821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Churn Distribution</a:t>
            </a:r>
          </a:p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Churn █████████████████ 73.5%</a:t>
            </a:r>
          </a:p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Churn       ███████ 26.5%</a:t>
            </a:r>
          </a:p>
        </p:txBody>
      </p:sp>
    </p:spTree>
    <p:extLst>
      <p:ext uri="{BB962C8B-B14F-4D97-AF65-F5344CB8AC3E}">
        <p14:creationId xmlns:p14="http://schemas.microsoft.com/office/powerpoint/2010/main" val="2009185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F1822929-20C4-3B7F-4D44-36CFD3B56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38A4563E-25AC-D167-81C0-8CE0DA7F39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88370" y="344129"/>
            <a:ext cx="11815139" cy="6194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5400" indent="0">
              <a:buSzPts val="2400"/>
              <a:buNone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&amp; Missing Value Handling</a:t>
            </a:r>
          </a:p>
          <a:p>
            <a:pPr marL="25400" indent="0">
              <a:buSzPts val="2400"/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:                                                                              </a:t>
            </a:r>
          </a:p>
          <a:p>
            <a:pPr lvl="0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ID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it is an identifier. </a:t>
            </a:r>
          </a:p>
          <a:p>
            <a:pPr lvl="0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TotalCharges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object to numeric. </a:t>
            </a:r>
          </a:p>
          <a:p>
            <a:pPr lvl="0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Handled missing values. </a:t>
            </a:r>
          </a:p>
          <a:p>
            <a:pPr lvl="0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for duplicate records. </a:t>
            </a:r>
          </a:p>
          <a:p>
            <a:pPr marL="114300" lv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Encoding:</a:t>
            </a:r>
          </a:p>
          <a:p>
            <a:pPr lvl="0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One-Hot Encoding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categorical features. </a:t>
            </a:r>
          </a:p>
          <a:p>
            <a:pPr lvl="0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Churn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binary format: 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→ 0 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Yes → 1 </a:t>
            </a:r>
          </a:p>
          <a:p>
            <a:pPr marL="11430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Scaling:</a:t>
            </a:r>
          </a:p>
          <a:p>
            <a:pPr lvl="0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StandardScaler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standardize numerical features. </a:t>
            </a:r>
          </a:p>
          <a:p>
            <a:pPr lvl="0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encoding, the dataset contained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45 input features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363454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BD623148-0BE5-8959-756B-7F413CD96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4C9E1461-D889-99D3-DF8F-2CF0829CE5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88370" y="344129"/>
            <a:ext cx="11815139" cy="6194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5400" indent="0">
              <a:buSzPts val="2400"/>
              <a:buNone/>
            </a:pPr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&amp; Missing Value Handling</a:t>
            </a:r>
          </a:p>
          <a:p>
            <a:pPr marL="11430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Train-Test Split:</a:t>
            </a:r>
          </a:p>
          <a:p>
            <a:pPr lvl="0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80% Training Data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20% Testing Data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data was kept separate for unbiased evaluation. </a:t>
            </a:r>
          </a:p>
          <a:p>
            <a:pPr marL="11430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Imbalance:</a:t>
            </a:r>
          </a:p>
          <a:p>
            <a:pPr lvl="0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SMOTE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only to the training data. </a:t>
            </a:r>
          </a:p>
          <a:p>
            <a:pPr lvl="0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data was kept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untouched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avoid data leakage.</a:t>
            </a:r>
          </a:p>
          <a:p>
            <a:pPr marL="25400" indent="0">
              <a:buSzPts val="2400"/>
              <a:buNone/>
            </a:pPr>
            <a:endParaRPr lang="en-US" sz="2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400" indent="0">
              <a:buSzPts val="2400"/>
              <a:buNone/>
            </a:pPr>
            <a:r>
              <a:rPr lang="en-US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FlowChart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5400" indent="0">
              <a:buSzPts val="2400"/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Data → Data Cleaning → Encoding → Scaling → Train-Test Split → SMOTE →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ModelBuilding</a:t>
            </a:r>
            <a:endParaRPr lang="en-US" sz="2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476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0B1D75A3-1750-CA64-3BDB-6C3C8E022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31A8E785-8033-E9DC-C49A-C6C3DBFFD9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88370" y="344129"/>
            <a:ext cx="11815139" cy="6194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5400" indent="0">
              <a:buSzPts val="2400"/>
              <a:buNone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Building &amp; Model Selection 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VANILLA ANN    </a:t>
            </a:r>
          </a:p>
          <a:p>
            <a:pPr marL="25400" indent="0">
              <a:buSzPts val="2400"/>
              <a:buNone/>
            </a:pPr>
            <a:r>
              <a:rPr lang="en-US" sz="2400" b="1" dirty="0"/>
              <a:t>ANN Architecture :</a:t>
            </a:r>
            <a:endParaRPr lang="en-US" sz="2400" dirty="0"/>
          </a:p>
          <a:p>
            <a:pPr lvl="0"/>
            <a:r>
              <a:rPr lang="en-US" sz="2400" b="1" dirty="0"/>
              <a:t>Input:</a:t>
            </a:r>
            <a:r>
              <a:rPr lang="en-US" sz="2400" dirty="0"/>
              <a:t> 45 Features </a:t>
            </a:r>
          </a:p>
          <a:p>
            <a:r>
              <a:rPr lang="en-US" sz="2400" b="1" dirty="0"/>
              <a:t>Hidden Layers:</a:t>
            </a:r>
            <a:r>
              <a:rPr lang="en-US" sz="2400" dirty="0"/>
              <a:t> 32 → 16 Neurons                   45 Features → 32 → 16 → 1 Churn Output</a:t>
            </a:r>
          </a:p>
          <a:p>
            <a:pPr lvl="0"/>
            <a:r>
              <a:rPr lang="en-US" sz="2400" b="1" dirty="0"/>
              <a:t>Activation:</a:t>
            </a:r>
            <a:r>
              <a:rPr lang="en-US" sz="2400" dirty="0"/>
              <a:t> </a:t>
            </a:r>
            <a:r>
              <a:rPr lang="en-US" sz="2400" dirty="0" err="1"/>
              <a:t>ReLU</a:t>
            </a:r>
            <a:r>
              <a:rPr lang="en-US" sz="2400" dirty="0"/>
              <a:t> </a:t>
            </a:r>
          </a:p>
          <a:p>
            <a:pPr lvl="0"/>
            <a:r>
              <a:rPr lang="en-US" sz="2400" b="1" dirty="0"/>
              <a:t>Output:</a:t>
            </a:r>
            <a:r>
              <a:rPr lang="en-US" sz="2400" dirty="0"/>
              <a:t> 1 Neuron (Sigmoid) </a:t>
            </a:r>
          </a:p>
          <a:p>
            <a:pPr lvl="0"/>
            <a:r>
              <a:rPr lang="en-US" sz="2400" b="1" dirty="0"/>
              <a:t>Optimizer:</a:t>
            </a:r>
            <a:r>
              <a:rPr lang="en-US" sz="2400" dirty="0"/>
              <a:t> Adam </a:t>
            </a:r>
          </a:p>
          <a:p>
            <a:pPr lvl="0"/>
            <a:r>
              <a:rPr lang="en-US" sz="2400" b="1" dirty="0"/>
              <a:t>Loss:</a:t>
            </a:r>
            <a:r>
              <a:rPr lang="en-US" sz="2400" dirty="0"/>
              <a:t> Binary Cross-Entropy </a:t>
            </a:r>
          </a:p>
          <a:p>
            <a:pPr lvl="0"/>
            <a:r>
              <a:rPr lang="en-US" sz="2400" b="1" dirty="0"/>
              <a:t>Epochs:</a:t>
            </a:r>
            <a:r>
              <a:rPr lang="en-US" sz="2400" dirty="0"/>
              <a:t> 50 | </a:t>
            </a:r>
            <a:r>
              <a:rPr lang="en-US" sz="2400" b="1" dirty="0"/>
              <a:t>Batch Size:</a:t>
            </a:r>
            <a:r>
              <a:rPr lang="en-US" sz="2400" dirty="0"/>
              <a:t> 32 </a:t>
            </a:r>
          </a:p>
          <a:p>
            <a:pPr marL="114300" indent="0">
              <a:buNone/>
            </a:pPr>
            <a:r>
              <a:rPr lang="en-US" sz="2400" b="1" dirty="0"/>
              <a:t>Model Performance :</a:t>
            </a:r>
          </a:p>
          <a:p>
            <a:pPr lvl="0"/>
            <a:r>
              <a:rPr lang="en-US" sz="2400" b="1" dirty="0"/>
              <a:t>Accuracy:</a:t>
            </a:r>
            <a:r>
              <a:rPr lang="en-US" sz="2400" dirty="0"/>
              <a:t> 77.40% </a:t>
            </a:r>
          </a:p>
          <a:p>
            <a:pPr lvl="0"/>
            <a:r>
              <a:rPr lang="en-US" sz="2400" b="1" dirty="0"/>
              <a:t>ROC-AUC:</a:t>
            </a:r>
            <a:r>
              <a:rPr lang="en-US" sz="2400" dirty="0"/>
              <a:t> 81.16% </a:t>
            </a:r>
          </a:p>
          <a:p>
            <a:pPr lvl="0"/>
            <a:r>
              <a:rPr lang="en-US" sz="2400" b="1" dirty="0"/>
              <a:t>Churn Recall:</a:t>
            </a:r>
            <a:r>
              <a:rPr lang="en-US" sz="2400" dirty="0"/>
              <a:t> 67.38% </a:t>
            </a:r>
          </a:p>
          <a:p>
            <a:pPr marL="114300" indent="0">
              <a:buNone/>
            </a:pPr>
            <a:r>
              <a:rPr lang="en-US" sz="2400" b="1" dirty="0"/>
              <a:t>Key Finding :</a:t>
            </a:r>
          </a:p>
          <a:p>
            <a:r>
              <a:rPr lang="en-US" sz="2400" dirty="0"/>
              <a:t>Vanilla ANN achieved good baseline performance with </a:t>
            </a:r>
            <a:r>
              <a:rPr lang="en-US" sz="2400" b="1" dirty="0"/>
              <a:t>77.40% accuracy</a:t>
            </a:r>
            <a:r>
              <a:rPr lang="en-US" sz="2400" dirty="0"/>
              <a:t> and identified </a:t>
            </a:r>
            <a:r>
              <a:rPr lang="en-US" sz="2400" b="1" dirty="0"/>
              <a:t>67.38% of actual churn customers</a:t>
            </a:r>
            <a:r>
              <a:rPr lang="en-US" sz="2400" dirty="0"/>
              <a:t>.</a:t>
            </a:r>
          </a:p>
          <a:p>
            <a:pPr marL="25400" indent="0">
              <a:buSzPts val="2400"/>
              <a:buNone/>
            </a:pP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8200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F5AD173C-F977-BD50-9698-2BECBCCAB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B321A873-6FAF-D690-FCE5-8EDCE06466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8492" y="1"/>
            <a:ext cx="12015018" cy="6538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5400" indent="0">
              <a:buSzPts val="2400"/>
              <a:buNone/>
            </a:pPr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KERAS TUNER &amp; TUNED ANN :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 Tuning 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Random Search </a:t>
            </a:r>
          </a:p>
          <a:p>
            <a:pPr lvl="0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Trials: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 </a:t>
            </a:r>
          </a:p>
          <a:p>
            <a:pPr lvl="0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Hidden Layers: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1–3 </a:t>
            </a:r>
          </a:p>
          <a:p>
            <a:pPr lvl="0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Neurons: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16–64 </a:t>
            </a:r>
          </a:p>
          <a:p>
            <a:pPr lvl="0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Rate: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0.001, 0.0005, 0.0001 </a:t>
            </a:r>
          </a:p>
          <a:p>
            <a:pPr marL="11430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Architecture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45 → 32 → 64 → 48 → 1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Rate: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0.0005 </a:t>
            </a:r>
          </a:p>
          <a:p>
            <a:pPr lvl="0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Accuracy: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84.81%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1430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Performance</a:t>
            </a:r>
          </a:p>
          <a:p>
            <a:pPr lvl="0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76.33% </a:t>
            </a:r>
          </a:p>
          <a:p>
            <a:pPr lvl="0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ROC-AUC: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80.20% </a:t>
            </a:r>
          </a:p>
          <a:p>
            <a:pPr lvl="0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Churn Recall: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59.89% </a:t>
            </a:r>
          </a:p>
          <a:p>
            <a:pPr marL="11430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 : Validation performance improved, but test performance decreased compared with the Vanilla ANN.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21F0CC-E979-F2D6-2DAB-642500CEB87E}"/>
              </a:ext>
            </a:extLst>
          </p:cNvPr>
          <p:cNvSpPr txBox="1"/>
          <p:nvPr/>
        </p:nvSpPr>
        <p:spPr>
          <a:xfrm>
            <a:off x="7177548" y="689788"/>
            <a:ext cx="41197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           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0B3ABF-E1DA-0FED-3C21-286C696AE5DE}"/>
              </a:ext>
            </a:extLst>
          </p:cNvPr>
          <p:cNvSpPr txBox="1"/>
          <p:nvPr/>
        </p:nvSpPr>
        <p:spPr>
          <a:xfrm>
            <a:off x="5388077" y="2415796"/>
            <a:ext cx="560438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2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562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9C2B5494-4DE6-07FD-858A-45DA2CA20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5358DBF2-D419-B774-B647-DDF23C9C05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8492" y="1"/>
            <a:ext cx="12015018" cy="6538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5400" indent="0">
              <a:buSzPts val="2400"/>
              <a:buNone/>
            </a:pPr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 Building</a:t>
            </a:r>
          </a:p>
          <a:p>
            <a:pPr marL="25400" indent="0">
              <a:buSzPts val="2400"/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Used</a:t>
            </a:r>
          </a:p>
          <a:p>
            <a:pPr lvl="0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</a:t>
            </a:r>
          </a:p>
          <a:p>
            <a:pPr lvl="0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</a:t>
            </a:r>
          </a:p>
          <a:p>
            <a:pPr lvl="0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</a:t>
            </a:r>
          </a:p>
          <a:p>
            <a:pPr lvl="0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Boosting </a:t>
            </a:r>
          </a:p>
          <a:p>
            <a:pPr marL="11430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| Precision | Recall | F1-Score | ROC-AUC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 Tuning</a:t>
            </a:r>
          </a:p>
          <a:p>
            <a:pPr lvl="0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→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GridSearchCV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Boosting →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GridSearchCV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Selection based on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ROC-AUC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1430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ML models performed competitively with ANN on the Telco churn dataset.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400" indent="0">
              <a:buSzPts val="2400"/>
              <a:buNone/>
            </a:pPr>
            <a:endParaRPr lang="en-US" sz="2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0F56EA-0E4B-A78E-0129-E31563B9CB57}"/>
              </a:ext>
            </a:extLst>
          </p:cNvPr>
          <p:cNvSpPr txBox="1"/>
          <p:nvPr/>
        </p:nvSpPr>
        <p:spPr>
          <a:xfrm>
            <a:off x="7177548" y="689788"/>
            <a:ext cx="41197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           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783EA8-16F3-29DD-81D1-289F5EEC88FC}"/>
              </a:ext>
            </a:extLst>
          </p:cNvPr>
          <p:cNvSpPr txBox="1"/>
          <p:nvPr/>
        </p:nvSpPr>
        <p:spPr>
          <a:xfrm>
            <a:off x="8991599" y="2415796"/>
            <a:ext cx="200086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62722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4DF521DA-60E4-5FA4-95F3-8C9F1B192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7C656317-47E2-C074-7AF6-8395230351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8492" y="344129"/>
            <a:ext cx="12015018" cy="6194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5400" indent="0">
              <a:buSzPts val="2400"/>
              <a:buNone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 vs ML PERFORMANCE COMPARISON</a:t>
            </a:r>
          </a:p>
          <a:p>
            <a:pPr marL="25400" indent="0">
              <a:buSzPts val="2400"/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Model Performance Comparison</a:t>
            </a:r>
            <a:endParaRPr lang="en-US" sz="2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400" indent="0">
              <a:buSzPts val="2400"/>
              <a:buNone/>
            </a:pPr>
            <a:endParaRPr lang="en-US" sz="2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4BC4CA-CB2A-0445-6984-4AA5F2319C55}"/>
              </a:ext>
            </a:extLst>
          </p:cNvPr>
          <p:cNvSpPr txBox="1"/>
          <p:nvPr/>
        </p:nvSpPr>
        <p:spPr>
          <a:xfrm>
            <a:off x="7177548" y="689788"/>
            <a:ext cx="41197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           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D47C7E2-C4F2-67FA-84D9-AE0A72D5A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580628"/>
              </p:ext>
            </p:extLst>
          </p:nvPr>
        </p:nvGraphicFramePr>
        <p:xfrm>
          <a:off x="553720" y="1293654"/>
          <a:ext cx="10515600" cy="2651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68174977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46706117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29755377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43579458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1038483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8933432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F1-Score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ROC-AUC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13506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Vanilla ANN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77.40%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55.02%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67.38%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60.58%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81.16%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82662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Tuned ANN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76.33%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55.04%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59.89%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57.36%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80.20%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91997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Logistic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73.21%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49.74%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77.81%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60.69%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83.34%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89184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Decision Tree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73.99%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50.93%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58.29%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54.36%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68.98%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9806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77.19%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57.10%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56.95%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57.03%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81.11%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253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Gradient Boosting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76.69%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55.02%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67.38%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60.58%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83.36%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11267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Tuned 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77.33%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57.07%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59.36%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58.19%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/>
                        <a:t>81.35%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322737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00EAB94-C5F4-350E-AC09-1E6586D77D51}"/>
              </a:ext>
            </a:extLst>
          </p:cNvPr>
          <p:cNvSpPr txBox="1"/>
          <p:nvPr/>
        </p:nvSpPr>
        <p:spPr>
          <a:xfrm>
            <a:off x="589280" y="4148743"/>
            <a:ext cx="1048004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Accuracy: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Vanilla ANN –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77.40%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Recall: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Logistic Regression –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77.81%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F1-Score: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Logistic Regression –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60.69%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ROC-AUC: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Gradient Boosting –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83.36%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Precision: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Random Forest –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57.10%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91444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A8E76DFE-0616-C4AB-E74E-A1C86A96A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5F66F96-971F-D0E6-6533-80DEA542AEE2}"/>
              </a:ext>
            </a:extLst>
          </p:cNvPr>
          <p:cNvSpPr txBox="1"/>
          <p:nvPr/>
        </p:nvSpPr>
        <p:spPr>
          <a:xfrm>
            <a:off x="590548" y="314084"/>
            <a:ext cx="95389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400" lvl="0">
              <a:spcBef>
                <a:spcPts val="1000"/>
              </a:spcBef>
              <a:buSzPts val="2400"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Model Selection</a:t>
            </a: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B4DF24-81DB-9FA2-B6E2-79BAA2E0BBE3}"/>
              </a:ext>
            </a:extLst>
          </p:cNvPr>
          <p:cNvSpPr txBox="1"/>
          <p:nvPr/>
        </p:nvSpPr>
        <p:spPr>
          <a:xfrm>
            <a:off x="590548" y="868889"/>
            <a:ext cx="11052812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Model for Customer Churn Prediction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Logistic Regression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73.21%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77.81%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F1-Score: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60.69%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ROC-AUC: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83.34% </a:t>
            </a:r>
          </a:p>
          <a:p>
            <a:pPr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Logistic Regression?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the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Recall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among all models.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the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F1-Score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when identifying potential churners is the main priority.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easy to interpret for business decisions. </a:t>
            </a:r>
          </a:p>
          <a:p>
            <a:pPr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Focus:</a:t>
            </a:r>
          </a:p>
          <a:p>
            <a:pPr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Recall → More potential churn customers identified → Better opportunity for customer retention.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56831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E9BBEE48-781C-A661-3677-85BBB1623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7F538F-C384-087B-A575-6A2E181D4994}"/>
              </a:ext>
            </a:extLst>
          </p:cNvPr>
          <p:cNvSpPr txBox="1"/>
          <p:nvPr/>
        </p:nvSpPr>
        <p:spPr>
          <a:xfrm>
            <a:off x="542924" y="1119822"/>
            <a:ext cx="10829925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churn is influenced by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customer, service, and account-related factors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Vanilla ANN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achieved the highest accuracy of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77.40%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achieved the highest recall of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77.81%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Boosting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achieved the highest ROC-AUC of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83.36%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 models performed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competitively with traditional ML models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Recommendations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high-risk customers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churn predictions.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offers and retention plans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customers with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churn probability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model predictions to support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proactive customer retention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BBB15B-4638-6D56-0CFF-B5BB6562D6C4}"/>
              </a:ext>
            </a:extLst>
          </p:cNvPr>
          <p:cNvSpPr txBox="1"/>
          <p:nvPr/>
        </p:nvSpPr>
        <p:spPr>
          <a:xfrm>
            <a:off x="486080" y="485205"/>
            <a:ext cx="8572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FINDINGS &amp; BUSINESS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16698309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3E777E6F-368D-977D-07FF-74805855C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322199-B6C5-CFC3-3B1F-2C00C293C83B}"/>
              </a:ext>
            </a:extLst>
          </p:cNvPr>
          <p:cNvSpPr txBox="1"/>
          <p:nvPr/>
        </p:nvSpPr>
        <p:spPr>
          <a:xfrm>
            <a:off x="542924" y="1119822"/>
            <a:ext cx="10829925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is based on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telecom customer records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may not represent all customer groups.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 performance depends on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quality and feature selection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imbalance can affect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churn prediction performance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may change when applied to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customer data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larger and more recent customer datasets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advanced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architectures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more extensive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 optimization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churn prediction system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predictions with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retention strategies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3D8502-B907-781A-CCB7-60BDCF052857}"/>
              </a:ext>
            </a:extLst>
          </p:cNvPr>
          <p:cNvSpPr txBox="1"/>
          <p:nvPr/>
        </p:nvSpPr>
        <p:spPr>
          <a:xfrm>
            <a:off x="486080" y="485205"/>
            <a:ext cx="8572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 &amp; FUTURE SCOPE</a:t>
            </a:r>
          </a:p>
        </p:txBody>
      </p:sp>
    </p:spTree>
    <p:extLst>
      <p:ext uri="{BB962C8B-B14F-4D97-AF65-F5344CB8AC3E}">
        <p14:creationId xmlns:p14="http://schemas.microsoft.com/office/powerpoint/2010/main" val="20069480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3D22C07C-5E55-F79A-2579-E249628E2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70A7EA-AA92-AF2F-26D6-F83EB930B39E}"/>
              </a:ext>
            </a:extLst>
          </p:cNvPr>
          <p:cNvSpPr txBox="1"/>
          <p:nvPr/>
        </p:nvSpPr>
        <p:spPr>
          <a:xfrm>
            <a:off x="542924" y="1180782"/>
            <a:ext cx="10829925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complete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Churn Prediction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EDA, preprocessing, encoding, scaling, and SMOTE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and evaluated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Vanilla ANN and Tuned ANN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ANN with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ML models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Vanilla ANN: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Highest Accuracy –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77.40%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Highest Recall –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77.81%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Boosting: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Highest ROC-AUC –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83.36%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selection depends on the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objective and evaluation metric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7521C6-94AB-62D1-21ED-4210DF593A0F}"/>
              </a:ext>
            </a:extLst>
          </p:cNvPr>
          <p:cNvSpPr txBox="1"/>
          <p:nvPr/>
        </p:nvSpPr>
        <p:spPr>
          <a:xfrm>
            <a:off x="486080" y="485205"/>
            <a:ext cx="8572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(Key Findings)</a:t>
            </a:r>
          </a:p>
        </p:txBody>
      </p:sp>
    </p:spTree>
    <p:extLst>
      <p:ext uri="{BB962C8B-B14F-4D97-AF65-F5344CB8AC3E}">
        <p14:creationId xmlns:p14="http://schemas.microsoft.com/office/powerpoint/2010/main" val="32818948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b="1" dirty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</TotalTime>
  <Words>1336</Words>
  <Application>Microsoft Office PowerPoint</Application>
  <PresentationFormat>Widescreen</PresentationFormat>
  <Paragraphs>244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Lato Black</vt:lpstr>
      <vt:lpstr>Libre Baskerville</vt:lpstr>
      <vt:lpstr>Times New Roman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Somanapalli Dileep</cp:lastModifiedBy>
  <cp:revision>3</cp:revision>
  <dcterms:created xsi:type="dcterms:W3CDTF">2021-02-16T05:19:01Z</dcterms:created>
  <dcterms:modified xsi:type="dcterms:W3CDTF">2026-09-12T11:12:35Z</dcterms:modified>
</cp:coreProperties>
</file>